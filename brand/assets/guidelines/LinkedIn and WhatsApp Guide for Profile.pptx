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pstonepropertyit-my.sharepoint.com/:f:/g/personal/malek_capstoneproperty_com/EkJ-08yraFBBkw1yt-hbEhQB2HM4bF07ZyyMeZnPUCXq8Q?e=UMveD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apstonepropertyit-my.sharepoint.com/:f:/g/personal/malek_capstoneproperty_com/EpUcUYMAHuFHv9EECpkeEa0Bvn_MjxhF4qrLzTdkfnSCYQ?e=7vv90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36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46547" y="2306548"/>
            <a:ext cx="565090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Proxima Nova Rg" panose="02000506030000020004" pitchFamily="2" charset="77"/>
              </a:rPr>
              <a:t>Capstone Guide: </a:t>
            </a:r>
            <a:endParaRPr lang="en-US" sz="3600" b="1" dirty="0">
              <a:solidFill>
                <a:srgbClr val="FFFFFF"/>
              </a:solidFill>
              <a:latin typeface="Proxima Nova Rg" panose="02000506030000020004" pitchFamily="2" charset="77"/>
            </a:endParaRPr>
          </a:p>
          <a:p>
            <a:pPr algn="ctr"/>
            <a:r>
              <a:rPr sz="3600" b="1" dirty="0">
                <a:solidFill>
                  <a:srgbClr val="FFFFFF"/>
                </a:solidFill>
                <a:latin typeface="Proxima Nova Rg" panose="02000506030000020004" pitchFamily="2" charset="77"/>
              </a:rPr>
              <a:t>Profile &amp; Cover Photos for</a:t>
            </a:r>
            <a:endParaRPr lang="en-US" sz="3600" b="1" dirty="0">
              <a:solidFill>
                <a:srgbClr val="FFFFFF"/>
              </a:solidFill>
              <a:latin typeface="Proxima Nova Rg" panose="02000506030000020004" pitchFamily="2" charset="77"/>
            </a:endParaRPr>
          </a:p>
          <a:p>
            <a:pPr algn="ctr"/>
            <a:r>
              <a:rPr sz="3600" b="1" dirty="0">
                <a:solidFill>
                  <a:srgbClr val="FFFFFF"/>
                </a:solidFill>
                <a:latin typeface="Proxima Nova Rg" panose="02000506030000020004" pitchFamily="2" charset="77"/>
              </a:rPr>
              <a:t>LinkedIn and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30823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2">
                    <a:lumMod val="50000"/>
                  </a:schemeClr>
                </a:solidFill>
              </a:rPr>
              <a:t>LinkedIn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Preview</a:t>
            </a:r>
            <a:endParaRPr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E3E72-040E-2B43-3EF8-8E62E1DB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3" y="1081783"/>
            <a:ext cx="7772400" cy="4482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41248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2">
                    <a:lumMod val="50000"/>
                  </a:schemeClr>
                </a:solidFill>
              </a:rPr>
              <a:t>LinkedIn Profile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0769"/>
            <a:ext cx="50823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Recommended Size: 400 x 400 pixels (1:1 ratio)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15D69-5581-E60A-A98B-BEE0D066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640" y="512686"/>
            <a:ext cx="2373331" cy="2373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FD4430-E4B9-AA3B-325E-65CE15E49DE8}"/>
              </a:ext>
            </a:extLst>
          </p:cNvPr>
          <p:cNvSpPr txBox="1"/>
          <p:nvPr/>
        </p:nvSpPr>
        <p:spPr>
          <a:xfrm>
            <a:off x="575351" y="2473514"/>
            <a:ext cx="38048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2">
                    <a:lumMod val="50000"/>
                  </a:schemeClr>
                </a:solidFill>
              </a:rPr>
              <a:t>LinkedIn Cover Photo</a:t>
            </a:r>
          </a:p>
        </p:txBody>
      </p:sp>
      <p:pic>
        <p:nvPicPr>
          <p:cNvPr id="9" name="Picture 8" descr="Linkedin Cover Personal.png">
            <a:extLst>
              <a:ext uri="{FF2B5EF4-FFF2-40B4-BE49-F238E27FC236}">
                <a16:creationId xmlns:a16="http://schemas.microsoft.com/office/drawing/2014/main" id="{C4622A50-A757-5197-CB5B-6BC66AD8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2" y="3696079"/>
            <a:ext cx="7736436" cy="1934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6AE0A8-7271-0646-4AFC-08778134B8A3}"/>
              </a:ext>
            </a:extLst>
          </p:cNvPr>
          <p:cNvSpPr txBox="1"/>
          <p:nvPr/>
        </p:nvSpPr>
        <p:spPr>
          <a:xfrm>
            <a:off x="575351" y="3058289"/>
            <a:ext cx="41249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Recommended Size: 1584 x 396 pixels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B26EA-92B5-B0AD-4918-2CDF104CAE00}"/>
              </a:ext>
            </a:extLst>
          </p:cNvPr>
          <p:cNvSpPr txBox="1"/>
          <p:nvPr/>
        </p:nvSpPr>
        <p:spPr>
          <a:xfrm>
            <a:off x="575351" y="5967231"/>
            <a:ext cx="33836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Linkedin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 Source File: </a:t>
            </a:r>
            <a:r>
              <a:rPr lang="en-US" sz="2000" dirty="0">
                <a:hlinkClick r:id="rId4"/>
              </a:rPr>
              <a:t>Approved</a:t>
            </a:r>
            <a:endParaRPr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76633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WhatsApp </a:t>
            </a:r>
          </a:p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Profile Preview</a:t>
            </a:r>
            <a:endParaRPr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E6AD9-95FF-B860-CCB6-52C4FE717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8" b="7474"/>
          <a:stretch/>
        </p:blipFill>
        <p:spPr>
          <a:xfrm>
            <a:off x="4232953" y="402472"/>
            <a:ext cx="3082076" cy="582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3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44737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WhatsApp</a:t>
            </a:r>
            <a:r>
              <a:rPr sz="3200" b="1" dirty="0">
                <a:solidFill>
                  <a:schemeClr val="tx2">
                    <a:lumMod val="50000"/>
                  </a:schemeClr>
                </a:solidFill>
              </a:rPr>
              <a:t> Profile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0769"/>
            <a:ext cx="51400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Recommended Size: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640</a:t>
            </a:r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 x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640</a:t>
            </a:r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 pixels (1:1 ratio)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D4430-E4B9-AA3B-325E-65CE15E49DE8}"/>
              </a:ext>
            </a:extLst>
          </p:cNvPr>
          <p:cNvSpPr txBox="1"/>
          <p:nvPr/>
        </p:nvSpPr>
        <p:spPr>
          <a:xfrm>
            <a:off x="575351" y="2473514"/>
            <a:ext cx="41537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WhatsApp</a:t>
            </a:r>
            <a:r>
              <a:rPr sz="3200" b="1" dirty="0">
                <a:solidFill>
                  <a:schemeClr val="tx2">
                    <a:lumMod val="50000"/>
                  </a:schemeClr>
                </a:solidFill>
              </a:rPr>
              <a:t> Cover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AE0A8-7271-0646-4AFC-08778134B8A3}"/>
              </a:ext>
            </a:extLst>
          </p:cNvPr>
          <p:cNvSpPr txBox="1"/>
          <p:nvPr/>
        </p:nvSpPr>
        <p:spPr>
          <a:xfrm>
            <a:off x="575351" y="3058289"/>
            <a:ext cx="41249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chemeClr val="tx2">
                    <a:lumMod val="50000"/>
                  </a:schemeClr>
                </a:solidFill>
              </a:rPr>
              <a:t>Recommended Size: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1211 x 681 pixels</a:t>
            </a:r>
            <a:endParaRPr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B26EA-92B5-B0AD-4918-2CDF104CAE00}"/>
              </a:ext>
            </a:extLst>
          </p:cNvPr>
          <p:cNvSpPr txBox="1"/>
          <p:nvPr/>
        </p:nvSpPr>
        <p:spPr>
          <a:xfrm>
            <a:off x="575351" y="6059698"/>
            <a:ext cx="43313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WahtsApp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 Cover Source File: </a:t>
            </a:r>
            <a:r>
              <a:rPr lang="en-US" sz="2000" dirty="0">
                <a:hlinkClick r:id="rId2"/>
              </a:rPr>
              <a:t>WhatsApp</a:t>
            </a:r>
            <a:endParaRPr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7E375C-A562-CD80-853A-331E7B1D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683" y="361323"/>
            <a:ext cx="2696966" cy="2696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F7B9C4-2974-1F2E-3BA3-481E6B135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51" y="3429000"/>
            <a:ext cx="4153702" cy="233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4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75</Words>
  <Application>Microsoft Macintosh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Proxima Nova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Raniel - Capstone Property</cp:lastModifiedBy>
  <cp:revision>2</cp:revision>
  <dcterms:created xsi:type="dcterms:W3CDTF">2013-01-27T09:14:16Z</dcterms:created>
  <dcterms:modified xsi:type="dcterms:W3CDTF">2025-06-12T13:56:18Z</dcterms:modified>
  <cp:category/>
</cp:coreProperties>
</file>